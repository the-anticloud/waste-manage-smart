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 | Category: WASTE_MANAGEMENT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IoT smart waste bin firmware without data egress. Cloud-hosted alternatives leak data by architecture; Anticloud FZ LLE delivers SMART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 (https://github.com/nicedoc/smart-bin,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WASTE_MANAGEMENT;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